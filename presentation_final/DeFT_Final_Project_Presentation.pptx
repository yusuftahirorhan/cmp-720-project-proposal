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b5191cbf14451" /><Relationship Type="http://schemas.openxmlformats.org/officeDocument/2006/relationships/extended-properties" Target="/docProps/app.xml" Id="R0a165f508a6c48f9" /><Relationship Type="http://schemas.openxmlformats.org/officeDocument/2006/relationships/officeDocument" Target="/ppt/presentation.xml" Id="R2dfbfb4ccff2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fba9cc82b45d8"/>
  </p:sldMasterIdLst>
  <p:notesMasterIdLst>
    <p:notesMasterId xmlns:r="http://schemas.openxmlformats.org/officeDocument/2006/relationships" r:id="R439ce93d4d75437d"/>
  </p:notesMasterIdLst>
  <p:sldIdLst>
    <p:sldId xmlns:r="http://schemas.openxmlformats.org/officeDocument/2006/relationships" id="256" r:id="R3ba3562d9fab4695"/>
    <p:sldId xmlns:r="http://schemas.openxmlformats.org/officeDocument/2006/relationships" id="257" r:id="Rc185524e938d4a74"/>
    <p:sldId xmlns:r="http://schemas.openxmlformats.org/officeDocument/2006/relationships" id="258" r:id="R8691ed8aec4d4d33"/>
    <p:sldId xmlns:r="http://schemas.openxmlformats.org/officeDocument/2006/relationships" id="259" r:id="R9faab2a5e11b4b79"/>
    <p:sldId xmlns:r="http://schemas.openxmlformats.org/officeDocument/2006/relationships" id="260" r:id="R0de4da3b36e74f41"/>
    <p:sldId xmlns:r="http://schemas.openxmlformats.org/officeDocument/2006/relationships" id="261" r:id="Rd3c8115e3f364fe2"/>
    <p:sldId xmlns:r="http://schemas.openxmlformats.org/officeDocument/2006/relationships" id="262" r:id="R508ca29096c546bc"/>
    <p:sldId xmlns:r="http://schemas.openxmlformats.org/officeDocument/2006/relationships" id="263" r:id="R25cb98c92c6048d9"/>
    <p:sldId xmlns:r="http://schemas.openxmlformats.org/officeDocument/2006/relationships" id="264" r:id="Rf64ce2a2df3046a4"/>
    <p:sldId xmlns:r="http://schemas.openxmlformats.org/officeDocument/2006/relationships" id="265" r:id="Rd9a176af16714c19"/>
    <p:sldId xmlns:r="http://schemas.openxmlformats.org/officeDocument/2006/relationships" id="266" r:id="Rc865856744ae40e9"/>
    <p:sldId xmlns:r="http://schemas.openxmlformats.org/officeDocument/2006/relationships" id="267" r:id="R669f70e5f8d243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fba9cc82b45d8" /><Relationship Type="http://schemas.openxmlformats.org/officeDocument/2006/relationships/theme" Target="/ppt/theme/theme1.xml" Id="R4e843a205f9d4a75" /><Relationship Type="http://schemas.openxmlformats.org/officeDocument/2006/relationships/notesMaster" Target="/ppt/notesMasters/notesMaster1.xml" Id="R439ce93d4d75437d" /><Relationship Type="http://schemas.openxmlformats.org/officeDocument/2006/relationships/presProps" Target="/ppt/presProps.xml" Id="Re6cbfc135aa041a3" /><Relationship Type="http://schemas.openxmlformats.org/officeDocument/2006/relationships/viewProps" Target="/ppt/viewProps.xml" Id="R316d36a08e91443e" /><Relationship Type="http://schemas.openxmlformats.org/officeDocument/2006/relationships/tableStyles" Target="/ppt/tableStyles.xml" Id="R0fd5d5eb443d44bc" /><Relationship Type="http://schemas.openxmlformats.org/officeDocument/2006/relationships/slide" Target="/ppt/slides/slide1.xml" Id="R3ba3562d9fab4695" /><Relationship Type="http://schemas.openxmlformats.org/officeDocument/2006/relationships/slide" Target="/ppt/slides/slide2.xml" Id="Rc185524e938d4a74" /><Relationship Type="http://schemas.openxmlformats.org/officeDocument/2006/relationships/slide" Target="/ppt/slides/slide3.xml" Id="R8691ed8aec4d4d33" /><Relationship Type="http://schemas.openxmlformats.org/officeDocument/2006/relationships/slide" Target="/ppt/slides/slide4.xml" Id="R9faab2a5e11b4b79" /><Relationship Type="http://schemas.openxmlformats.org/officeDocument/2006/relationships/slide" Target="/ppt/slides/slide5.xml" Id="R0de4da3b36e74f41" /><Relationship Type="http://schemas.openxmlformats.org/officeDocument/2006/relationships/slide" Target="/ppt/slides/slide6.xml" Id="Rd3c8115e3f364fe2" /><Relationship Type="http://schemas.openxmlformats.org/officeDocument/2006/relationships/slide" Target="/ppt/slides/slide7.xml" Id="R508ca29096c546bc" /><Relationship Type="http://schemas.openxmlformats.org/officeDocument/2006/relationships/slide" Target="/ppt/slides/slide8.xml" Id="R25cb98c92c6048d9" /><Relationship Type="http://schemas.openxmlformats.org/officeDocument/2006/relationships/slide" Target="/ppt/slides/slide9.xml" Id="Rf64ce2a2df3046a4" /><Relationship Type="http://schemas.openxmlformats.org/officeDocument/2006/relationships/slide" Target="/ppt/slides/slide10.xml" Id="Rd9a176af16714c19" /><Relationship Type="http://schemas.openxmlformats.org/officeDocument/2006/relationships/slide" Target="/ppt/slides/slide11.xml" Id="Rc865856744ae40e9" /><Relationship Type="http://schemas.openxmlformats.org/officeDocument/2006/relationships/slide" Target="/ppt/slides/slide12.xml" Id="R669f70e5f8d243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0878ec1b8d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805cc561b42a1" /><Relationship Type="http://schemas.openxmlformats.org/officeDocument/2006/relationships/notesMaster" Target="/ppt/notesMasters/notesMaster1.xml" Id="R993fde37752e4b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a1c5eef3e417a" /><Relationship Type="http://schemas.openxmlformats.org/officeDocument/2006/relationships/notesMaster" Target="/ppt/notesMasters/notesMaster1.xml" Id="R8b95fbdb7d0a4a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e5e3e980a4087" /><Relationship Type="http://schemas.openxmlformats.org/officeDocument/2006/relationships/notesMaster" Target="/ppt/notesMasters/notesMaster1.xml" Id="R1f30574823fc44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0d96d352549ce" /><Relationship Type="http://schemas.openxmlformats.org/officeDocument/2006/relationships/notesMaster" Target="/ppt/notesMasters/notesMaster1.xml" Id="R29c616b9f460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79e3ca2364070" /><Relationship Type="http://schemas.openxmlformats.org/officeDocument/2006/relationships/notesMaster" Target="/ppt/notesMasters/notesMaster1.xml" Id="R68c7558e141143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28fffbf514d09" /><Relationship Type="http://schemas.openxmlformats.org/officeDocument/2006/relationships/notesMaster" Target="/ppt/notesMasters/notesMaster1.xml" Id="R929e7e7f83c04b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4c0677aa4b4663" /><Relationship Type="http://schemas.openxmlformats.org/officeDocument/2006/relationships/notesMaster" Target="/ppt/notesMasters/notesMaster1.xml" Id="R6de29918f1974f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e59f9225c4c5f" /><Relationship Type="http://schemas.openxmlformats.org/officeDocument/2006/relationships/notesMaster" Target="/ppt/notesMasters/notesMaster1.xml" Id="Re16a806173744e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cf8003492648e1" /><Relationship Type="http://schemas.openxmlformats.org/officeDocument/2006/relationships/notesMaster" Target="/ppt/notesMasters/notesMaster1.xml" Id="R9dc915d3ead540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abd38242344850" /><Relationship Type="http://schemas.openxmlformats.org/officeDocument/2006/relationships/notesMaster" Target="/ppt/notesMasters/notesMaster1.xml" Id="Rc1da0f2ce75b48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54e8656f044507" /><Relationship Type="http://schemas.openxmlformats.org/officeDocument/2006/relationships/notesMaster" Target="/ppt/notesMasters/notesMaster1.xml" Id="Rb85b9b80e9d647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08f4ede30b4b8f" /><Relationship Type="http://schemas.openxmlformats.org/officeDocument/2006/relationships/notesMaster" Target="/ppt/notesMasters/notesMaster1.xml" Id="R65bbd4a6931b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f04f63fd549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1696b8659be4ede" /><Relationship Type="http://schemas.openxmlformats.org/officeDocument/2006/relationships/slideLayout" Target="/ppt/slideLayouts/slideLayout2.xml" Id="R78b56004a56349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56004a56349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edb67bd8db400d" /><Relationship Type="http://schemas.openxmlformats.org/officeDocument/2006/relationships/notesSlide" Target="/ppt/notesSlides/notesSlide1.xml" Id="R16c3dbe77a7047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97f98556541dd" /><Relationship Type="http://schemas.openxmlformats.org/officeDocument/2006/relationships/notesSlide" Target="/ppt/notesSlides/notesSlide2.xml" Id="Rda504aabde5949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4b68dce0ed4609" /><Relationship Type="http://schemas.openxmlformats.org/officeDocument/2006/relationships/notesSlide" Target="/ppt/notesSlides/notesSlide3.xml" Id="R8302b08c2a8a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3f5f92837479b" /><Relationship Type="http://schemas.openxmlformats.org/officeDocument/2006/relationships/notesSlide" Target="/ppt/notesSlides/notesSlide4.xml" Id="Rb5d3b2e45263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fead560184451" /><Relationship Type="http://schemas.openxmlformats.org/officeDocument/2006/relationships/notesSlide" Target="/ppt/notesSlides/notesSlide5.xml" Id="R2bd2a7f4e627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4a2efbefd4083" /><Relationship Type="http://schemas.openxmlformats.org/officeDocument/2006/relationships/notesSlide" Target="/ppt/notesSlides/notesSlide6.xml" Id="Rffc28b85991c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5a209aca34515" /><Relationship Type="http://schemas.openxmlformats.org/officeDocument/2006/relationships/notesSlide" Target="/ppt/notesSlides/notesSlide7.xml" Id="R8d388f432012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5e756e458b46ac" /><Relationship Type="http://schemas.openxmlformats.org/officeDocument/2006/relationships/notesSlide" Target="/ppt/notesSlides/notesSlide8.xml" Id="R61bb2a81f8ac4c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48bb60ef224055" /><Relationship Type="http://schemas.openxmlformats.org/officeDocument/2006/relationships/notesSlide" Target="/ppt/notesSlides/notesSlide9.xml" Id="Ra39aed963e2d4b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9ee9414eb4e1a" /><Relationship Type="http://schemas.openxmlformats.org/officeDocument/2006/relationships/notesSlide" Target="/ppt/notesSlides/notesSlide10.xml" Id="R3c96fc6098c04d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5427d4c3a4173" /><Relationship Type="http://schemas.openxmlformats.org/officeDocument/2006/relationships/notesSlide" Target="/ppt/notesSlides/notesSlide11.xml" Id="R6f682f6ac25c4c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d52ef2fca4b60" /><Relationship Type="http://schemas.openxmlformats.org/officeDocument/2006/relationships/notesSlide" Target="/ppt/notesSlides/notesSlide12.xml" Id="R76b62cc653b24c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38BCB-0A59-4804-B8D1-B48CE86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D666A-A6A9-4F11-9E48-D4205C4D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FDED8-69E6-4BF9-B96B-BD9FB11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7AE52-4A78-40D2-9B29-27A50E7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FINAL PROJECT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5608-2EF1-48A7-83F6-38BE464D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28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DeFT for 2.5D</a:t>
            </a:r>
          </a:p>
          <a:p xmlns:a="http://schemas.openxmlformats.org/drawingml/2006/main">
            <a:pPr algn="l">
              <a:defRPr sz="36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Chiplet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201BB-EFE3-4A88-A8D6-FAAB7FD9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Noxim simulator extension, validated synthetic sweep, and claim-safe final report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0D85F-C895-4DDD-A42A-D578D3F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371DC-38EE-4B52-BF60-AE713EF9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C3A14-2D9D-42C8-895F-2AF9E44E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128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CC07B-88E5-4262-AA71-1FE7364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routers modeled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3DD2D-BD81-4F46-9D2D-F14BD3F6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64 chiplet + 64 interposer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74CBA-2D5C-4B6C-A4C1-5FE5D10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FE53E-CBFC-4D5D-B95C-F16A7CE9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C51A3-0915-4573-95A4-80229CB6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005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7A4D5-EDA6-48CC-9B56-A3B66233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52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physical VLs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DF0FA-DAD4-4AB2-8C86-E8729F3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43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startup permanent fault masks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2DD53-9248-48F1-954B-3BC77F7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AD342-BBB0-49A4-B062-3A9843D4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04A84-A893-40CE-94D9-45058040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005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25325-92A8-422E-82B3-01E559B0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52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VCs / VNs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54304-6B1B-489D-A4A8-81001AB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43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VN.0 and VN.1 mapped to VC 0/1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C686C-D7B3-42EC-A4CD-298F628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953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Yusuf Tahir Orhan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CMP720 Final Project Presentation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1227A-ADDD-42A4-8052-098A1C27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Main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71219-6295-4C8F-8CEC-AA764214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1"/>
                </a:solidFill>
                <a:latin typeface="Aptos"/>
                <a:ea typeface="Aptos"/>
                <a:cs typeface="Aptos"/>
              </a:rPr>
              <a:t>Implementation and validation infrastructure are complete enough for a descriptive final report. Stronger performance claims remain blocked until follow-up validation creates stronger artifacts.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F2406-2B95-40C0-B50D-6A3BE559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DFB1A-CB3B-43BC-A4F6-89AB5C93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Based on Extended Proposal requirements and the original DeFT paper</a:t>
            </a:r>
          </a:p>
        </p:txBody>
      </p:sp>
    </p:spTree>
    <p:extLst>
      <p:ext uri="{BB962C8B-B14F-4D97-AF65-F5344CB8AC3E}">
        <p14:creationId xmlns:p14="http://schemas.microsoft.com/office/powerpoint/2010/main" val="89099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195C5-C955-4DB6-8CC0-C9137F0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C5C26-3BE7-4BF7-9D03-59907F98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409A0-3BC5-42C5-858C-955A604C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PROPOSAL TO CURRENT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48DE4-D0F1-4DC2-802A-CD4EA3B1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What changed after the proposal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00BD6-D698-435D-ACE1-76FF6CE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297D0-80F6-4520-9768-B1DA031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752E0-6179-462F-A43E-67A3B816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82C2-5542-4A47-9D88-21449F9A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F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5C287-FC8E-4654-A443-2D79CE5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9E985-6F9B-4F1E-BF3E-230E86E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9908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Implement DeFT in a cycle-accurate Noxim extension. Evaluate synthetic traffic and PARSEC/GEM5 traces. Compare against XY routing under VL fault scenarios. Report reachability, latency, and throughput.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3EBCE-C5B8-4DA4-88B5-074C4CD3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16436-7DDC-48CB-B125-18E53B6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476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7F220-12F1-4449-AA1E-EC5B5F03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28CE5-1FC9-415D-9681-580F531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29908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Built DEFT_2_5D topology, physical VL fault model, two-VN transition enforcement, schema-v1 VL LUTs, DEFT route selection, synthetic traffic profiles, metrics export, runner, analysis, and final sweep.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78080-9287-488E-ABBA-D0F70942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337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28727-6477-4103-AECD-324A2B91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476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E3B3E-CDA4-467C-98E9-35DC787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6480A-24DB-45B4-AD46-2CEC16B7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9908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PARSEC/GEM5 was deferred because the dependency and trace pipeline are absent. Standard XY is treated as a limited control baseline. Results are descriptive and blank-aware, not improvement claims.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43678-DB55-464B-8B9A-ED3E946B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67350"/>
            <a:ext cx="763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E162A-E8B0-4797-AFDC-B3258AE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34025"/>
            <a:ext cx="7448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recommendation: use the report as-is for tomorrow; revise later only after feedback or new validated artifacts.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B5399-71BA-401E-A8D5-BE813EB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CBA21-75FF-478C-AC8A-AE16A514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CMP720 Final Project Presentation | DeFT 2.5D Noxim Extension</a:t>
            </a:r>
          </a:p>
        </p:txBody>
      </p:sp>
    </p:spTree>
    <p:extLst>
      <p:ext uri="{BB962C8B-B14F-4D97-AF65-F5344CB8AC3E}">
        <p14:creationId xmlns:p14="http://schemas.microsoft.com/office/powerpoint/2010/main" val="16065964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0F4C6-E904-41F9-84A0-0324552D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70939-6C6F-418B-942D-6AE238C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F4B75-04C8-47CD-90B4-581DDE9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PROBLEM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98DC7-1563-4883-8061-8216FB9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Inter-chiplet traffic has two coupled risks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E827A-BA2C-44E7-81A2-59D1738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64696-4371-449F-AEB2-F4E953D7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2BC54-9D22-44A4-9D25-F2AC466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9525">
            <a:solidFill>
              <a:srgbClr val="1923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95894-4E04-4C17-B818-E671BEF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9D2BE-6D82-4A42-A291-C4D1B62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2FF40-6DC8-4162-9F26-A6EB368B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FB837-B101-4C2C-BB74-4DC6CE10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D9A00-CB1F-4A2E-AF34-05AFB31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CBF59-569E-446C-A474-5C997AD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C486E-AB4F-4364-B9FC-02C8F495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A1A9C-EC7C-45A1-92E8-56DB8958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66620-B1C8-4152-A1D6-8EA952C0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9967E-F1C6-4DEB-807E-DD19CFB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CF173-06E4-43DC-9F4D-2A360F2B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B798B-9C90-4AFD-8FE6-1024112C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7AD05-5ECF-4BF9-9C27-F10DDC2F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278D7-0DCC-40B7-B2E6-E0CBD5C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82CC5-ECDD-4CC4-A80B-C0A0C98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78627-C980-4EAF-B392-BD94E96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9A8BE-20EE-4319-9991-92E2B764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E6019-BA95-4BAB-AC97-27A6C84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9525">
            <a:solidFill>
              <a:srgbClr val="1923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D909C-CC79-4C1E-81D4-C2C9B821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240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67F95-407D-4892-811C-DF58FCA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9045A-AF15-4C70-A98E-5FAD266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4CFCE-89F8-4B00-BB41-2AAC68DB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478F8-88BE-4049-9253-0CA5A2A0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5C1CB-19B5-44DB-B353-FF8DC9B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CBCC3A-40BA-4886-9ECE-5F4608BE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096FF-4AAD-4AC7-A84B-F6DB9E9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DAF3B2-37DD-48A6-AABB-4FDAB9C4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E11E20-2702-461D-AC90-73B4760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B7C24-430E-4B4C-A38E-BD5925B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16B02E-D9D2-4467-AE2D-96A95073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6295F5-DB1C-41E8-BDAA-2650448C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91B609-1ED5-4291-A2FA-83A93FEB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15F349-05E6-4862-9D7E-8FC9B883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7037CB-F014-4521-9167-59E2C66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31D8EC-4E29-4B1F-A8DF-41AF4813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D270B9-6D20-493F-A485-89E6C18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9525">
            <a:solidFill>
              <a:srgbClr val="19231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EA1EEA-4FF5-46BB-AEAA-B45C1718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FBF77C-4535-4299-B0AB-C8B44170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A29591-072D-44E9-8F47-B9AF8981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99CA27-6449-4330-BEC1-D15A093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449511-917B-4BBB-8BB5-130315C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6F8FA-9500-4742-8548-29C9EF76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ED78FF-D926-4D4B-A767-D0838A1E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7E5B9F-DAD2-4628-A5AA-50632B2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5C2F3E-3492-4AD2-A76A-225C352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C3630D-38F9-4A30-93EB-BA4F56C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F9040A-998A-4DD2-80E1-B4EC589B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1CA920-FA5C-4358-A66A-2FDACCA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49B59B-CCA7-4546-9C9B-84444812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709521-1160-4E2A-AD8A-CA3E1F07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FB4248-5B04-4B2F-BFF2-43382AE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9B834E-0E08-4B21-A671-F950CB8F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8EC4CD-4FF1-4C98-8476-84B217F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0157D3-2E02-4D6E-BA81-A6384CB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9525">
            <a:solidFill>
              <a:srgbClr val="19231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5F71F9-8853-44E5-BEE6-D142AF8D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766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CE3A23-2659-4FF5-9F64-8ED90A0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3B295A-E58C-4102-8F82-3406A1DC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35743C-1A98-4AD5-9080-D43F1A0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7A14AF-8591-40C5-B372-76C818B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14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5D0300-2435-4857-BC17-1A2F043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DB8D56-32DF-45A0-ABB1-F723DFF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3A7A09-5B92-4AF7-AFEB-3D0F95B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7691FD-7D45-4F9C-9E10-BC23628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CE785A-2254-4939-A253-5BF4EC28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F63740-2C0C-4A39-AE58-ED93395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C3B20B-6A43-48C3-A865-4B3559D0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1EB815-6029-4B7B-BDF1-D5718BEA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37C3F9-A1E8-42EB-9770-B339B7D6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DF1BE5-5EB7-479A-8A78-0C8904B7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690FDBC-69E2-494E-BD40-1E02616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39E675-81D7-4B32-8014-B2EC4AD8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D"/>
          </a:solidFill>
          <a:ln xmlns:a="http://schemas.openxmlformats.org/drawingml/2006/main" w="9525">
            <a:solidFill>
              <a:srgbClr val="AAB7A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FD8520-AEDC-43CB-A5D8-0BB75E3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1"/>
          </a:solidFill>
          <a:ln xmlns:a="http://schemas.openxmlformats.org/drawingml/2006/main" w="9525">
            <a:solidFill>
              <a:srgbClr val="9EB0A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CE327A-D7D0-43C0-A69B-C2DBBF1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Active interposer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FAE4A25-29FD-4365-90C3-0BC0E4F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FD5F77-AB3D-4C1C-BBFF-19C81D0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62902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VL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DF1F65-2879-4B3A-8BD7-E29CA05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C08176-C716-4BD7-B829-965981D8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29025"/>
            <a:ext cx="266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VL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A3F8B3-B92B-444D-94E8-506F6C3F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4A8ED5-35F8-45BE-A61A-94467590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7AF7A6A-5140-4B7F-91D9-2E7C752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004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3BFE42-93C1-46B8-8926-41439105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24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72CB4E-476A-4C13-BE3E-F889960A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Down to interposer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56CE3B-73DB-486F-BAD3-4E4A01A9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Up to chiplet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BBD83F-F662-49F9-9E0B-9700601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0F6A60-FBEA-4D92-9B22-E37BA04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57CE3FB-B020-4F7E-9B39-4CF7201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716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Deadlock risk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7C498C4-491E-4609-876C-AA71EE3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The up-down-up path can create cyclic channel dependencies even if each local chiplet mesh is deadlock-free.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03DE38-309E-4AAE-A3FC-A5BF63C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11A1F-1CC0-482F-8EA8-244AA69F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6D4F84-9FBC-4365-9173-445011A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Reliability risk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80C62D1-CC7C-4FA8-8EA8-3A59F5D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4830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A failed Vertical Link removes physical access between a chiplet boundary router and the interposer.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E90831-B92F-45D5-B751-2EEC63E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794187-B65A-47A0-ACFF-C3E6D26C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CMP720 Final Project Presentation | DeFT 2.5D Noxim Extension</a:t>
            </a:r>
          </a:p>
        </p:txBody>
      </p:sp>
    </p:spTree>
    <p:extLst>
      <p:ext uri="{BB962C8B-B14F-4D97-AF65-F5344CB8AC3E}">
        <p14:creationId xmlns:p14="http://schemas.microsoft.com/office/powerpoint/2010/main" val="6895807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239B8-D40C-417B-854A-ECBADABD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1C97F-9A13-4F5C-BC04-D8D05361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7ECAD-20A4-497F-B0BA-C410CA4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IMPLEMENTED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98DE1-379C-4F21-A300-277C4176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The simulator now has a concrete 2.5D topology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77B0-D948-414D-8D2A-179F978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1AFF-8348-4AE2-81A9-B009BDF4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3B0BD-5FF7-4505-B9C3-910700A4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B7E5C-130C-4724-8D92-1B49FD3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5B61A-628E-4DDE-B58A-97D5D6F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4 x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F23A3-342F-4E82-88B9-1DE2E10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mesh per chiplet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9B3BC-EF8B-4516-9C59-8D463A4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four chiplets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C1300-F1E5-4B91-924C-C786E81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62A2B-185C-4088-8570-5E8E7651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F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68049-9D13-454B-954A-1591439D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8 x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6F90A-46BB-4F23-B0BD-F46F7EE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active interposer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8A2CF-DB12-485D-9222-FB7EA813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one mesh below chiplets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9E515-150A-44A3-8FA9-A1C75961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FC2FF-E163-40A8-9289-D0D711EF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D25E1-9127-4D8D-B405-3CCCD4BC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96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C4BFA-BBF1-4825-85A4-D72829D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7ECE7-F82A-442C-A80E-AA75C5DA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cardinal links inside chiplets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4288F-4F12-47C7-8C6F-DD5A5DF3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CD226-0FB0-4A58-9B43-FE005F79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61590-87C2-46E3-998C-CB67339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112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B42C9-DA56-4DE2-AFCD-343705E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interposer links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3F78A-9685-4E72-817F-CFEEDFB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cardinal interposer mesh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A5BB15-3E66-4767-8398-2FA126BA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4938D-9CB2-4AE6-A391-6CE6D1C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189B8-CAAD-4522-9CE3-5034EC2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Implemented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60952-E06C-4327-B912-D34A0EA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43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20E38-EE87-4FE3-B6C8-F4EC1804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AC3C4-2E6D-4A8E-B713-D83E174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B068-F05F-4780-BB14-1E4F8CE6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7225A9-BE15-4947-AD58-7683EA7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Router ID 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1712C2-F096-40E3-A63E-4132357E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481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0..127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F8ED84-B31F-49A8-94CB-B588780F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2F0C57-2966-4AB7-B118-D91DF8A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Separates chiplet routers from interposer routers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C3FF60-E81D-46AF-AFD2-C20CAC7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02130-353D-4B9D-BA0C-6930D1B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C837C1-88DC-4D12-94E7-A9D0AB5E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Packet endpoints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D2955F-BC54-4424-B358-DB755A8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672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0..63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6A4E8F-7B0B-456A-9137-88ABF0B3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815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6FB706-3D8A-4406-89F8-BD38411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Synthetic traffic only injects at chiplet PEs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A8F65A-3FA7-4A86-B7AD-54C46698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910CEA-599A-4F65-AAE1-18FC02AD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FA639E-AC89-4C73-A0CC-0E7EFC1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Vertical Links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F06DD4-6DF7-417E-9171-1186351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863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16 physical bidirectional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A87B34-D20A-4AF8-AC6E-BDEC59A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006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1AC4B8-B1A3-4308-A9FC-36E95E4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863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Fault manager marks each VL functional or faulty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C46F39-E237-4A7D-8F58-8C073340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006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3DF9D5-2667-4470-918F-5B58A15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04366C-F6D0-4C4D-809E-4FD45B39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05425"/>
            <a:ext cx="270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Fault policy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EED5A3-F045-4AE5-9E47-38D3EDE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05425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startup permanent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4AB567-9FA1-4436-A2C8-0920551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19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72FBC8-7A56-45F9-B673-A587708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054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Fault mask is fixed before routing begins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EC98A3-BC95-4233-9185-02587B65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37E4FC-AA7E-41CE-A5D3-5B0B626D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9495DE-22B4-44E8-A78E-08B79960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Implemented model is traceable through docs/ARCHITECTURE.md and docs/DECISIONS.md</a:t>
            </a:r>
          </a:p>
        </p:txBody>
      </p:sp>
    </p:spTree>
    <p:extLst>
      <p:ext uri="{BB962C8B-B14F-4D97-AF65-F5344CB8AC3E}">
        <p14:creationId xmlns:p14="http://schemas.microsoft.com/office/powerpoint/2010/main" val="15670644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A73F7-E10A-4C7C-87D7-CB5254F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C6CE3-F3C5-462E-BAB7-BBA8E6B7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51CFA-2997-4FA2-9C11-0BC8B1E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VIRTUAL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4A248-BD55-487B-BCA9-A1F40DE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Why VNs are needed: they break the dependency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5270F-6E69-452C-BCEB-309BA18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12C34-8240-4A12-B5BF-095BAF7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41FB-531F-489C-A04E-1E6C4297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Without VN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808E3-0111-4BC2-953D-468B0562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A9567-6CC6-45F8-B742-AF045DFF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9B58E-D332-4A55-9915-717AFBA9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957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AEF28-9583-4EBF-8723-2CEE8E6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62195-28D8-48AF-92C7-AE49AC4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C9EDC-1FD0-4CDE-BF44-D9EC242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F1108-24D5-451B-ACC6-3486514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interposer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0D77A-2545-4A44-B733-8E83F848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FCE48-542B-44D3-9693-3A11D2B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9BF0B-4E3A-4AAD-BCB2-59E2917F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4F27B-F413-4610-8254-6A64519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18E91-5356-42FD-BA50-405B830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6235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E949D-E10E-4F3B-AD3C-191EDE3E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243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2C10-9BA8-430B-BB5E-089A3504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48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10AB7-E715-4BCE-ABD0-5F1801A6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9ED54-C759-472E-B5ED-C1FAA936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73560-4B09-4D94-BD2E-A00185A7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The same physical resource class can wait on itself around the up-down-up route.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E3926-A86A-4DD1-AD9E-BFFAC1F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With DeFT VNs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20D81-20BE-4A91-A443-B608E422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3536A-03C5-4D1C-A4DF-7522AD2C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889C2-4D75-43AB-B870-CE9DB503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Rule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00E7B-2F1B-467C-A087-6DBAC898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Routing from VN.1 to VN.0 is forbidden; VN.0 -&gt; VN.1 is allowed.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317D6-4B4E-4CFF-9810-9446B85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FF2B2-4D96-439A-BAE3-C7568535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6C147-C057-440D-BA95-2430D5C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5755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Rule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F0C16-4C29-47D0-AB65-F9C87F9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004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In VN.0, Up-to-Horizontal movement is forbidden.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753A1-D6E3-464F-8DF1-6709ED0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938AE-A73C-4E35-BB9B-C3EADDF0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38BCC-0AE1-4032-AF64-921254D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95750"/>
            <a:ext cx="489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Rule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82748C-150F-4FDA-9E0C-6FA5CA5A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In VN.1, Horizontal-to-Down movement is forbidden.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156197-D02A-443A-88C5-BA5AFD5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880C7-1016-49AD-BE7C-65EBCB1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48275"/>
            <a:ext cx="457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idea: move through two ordered channel classes instead of one cyclic class.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1157A-62FE-41B9-9B42-FA85ACF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4944A3-15AB-4564-82B2-8629E87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This slide directly addresses the first-presentation feedback about virtual networks</a:t>
            </a:r>
          </a:p>
        </p:txBody>
      </p:sp>
    </p:spTree>
    <p:extLst>
      <p:ext uri="{BB962C8B-B14F-4D97-AF65-F5344CB8AC3E}">
        <p14:creationId xmlns:p14="http://schemas.microsoft.com/office/powerpoint/2010/main" val="3746602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006DE-020E-4BA5-B6CC-5A226F3B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C6B2-6C3F-4A1A-9AC5-2EBACF3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F46D4-777F-434B-AC01-C4BBE9A2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VIRTUAL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D3134-3BBE-4F50-9B57-58B7621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What the VNs do in the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FCD2D-457C-4505-8828-EC9C93E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5702A-4419-4F31-9139-0119BC0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EC2B-F32A-427A-BBED-1224D00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5F155-217A-440C-AEFD-E6F7D58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9538B-CFE6-4BA5-9AD4-E645BE7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1. Assign VN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BC74D-9832-407C-B8BD-E514F1A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VN.0 maps to VC 0. VN.1 maps to VC 1. DeFT runs require exactly two VCs.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B54F8-C4D3-4B93-9966-9BB4250C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EB194-8C06-41C8-9C8F-BDE7870C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CDC6F-749E-4896-AD79-BC9DC3B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3391D-303F-49A2-A8AE-86D10ABD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F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C4A53-560F-451E-88AE-38B57F9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2. Route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CB7AA-5A49-4F7E-B1A9-7C4E4E01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479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DEFT or topology-aware helpers propose legal physical directions.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C6E5E-3116-4CE0-AB03-AE70FE6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242BB-A568-46FC-AFA4-F6038955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6D946-FF28-485D-A5A1-98FFF0F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75440-DD63-4852-AC8D-8E763E8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2F9AD-4FBC-448B-9577-DA866553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3. Filter moves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6AAC8-C574-422F-BFD3-5A18EBFE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479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VN.1 -&gt; VN.0, Up-Horizontal in VN.0, and Horizontal-Down in VN.1 are rejected.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4405B7-BA37-41D3-A326-AFBBE16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A9CAF-6D55-4D12-92EB-0DEE1EF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40712-B23E-436C-9838-34C70CF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FDDDB-31AF-4733-BC50-20CA150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4E95E-6673-4C6B-89E7-1C002E8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288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4. Reserve VC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8424B-D3A9-4C9B-AD86-E58F31BF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The router reserves the selected output VC and forwards the flit with that VC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9A06A-6033-493A-AEE6-BE5EB7CC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A7AB2-9E32-4991-873B-63DBC85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9E9204-AF96-4571-9345-396A47E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Why the area overhead exists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76D83-9F95-430A-B166-93696E4A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Hardware needs per-VC buffer/control resources, output-VC reservation logic, VN assignment/filter logic, and boundary-router LUT storage. The original DeFT paper reports less than 2% area overhead; this project discusses that as literature evidence, not synthesized silicon.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1AB65F-A4E4-47DC-8733-42F7D3C1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CEED12-BF97-4BCA-9F6C-418195D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D2ADC2-42F6-4EF3-A088-3ABE0654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Why the overhead is limited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448BFB-FF36-4EC9-8668-766A701D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41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Only two VNs are used. The extra logic is concentrated around DeFT routing, transition checks, and boundary VL selection rather than replacing the whole router datapath.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80E5C-CD25-49FF-A03C-CDD8F468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3E5E23-08E5-4296-94A4-340B989D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Paper reference: DeFT hardware analysis reports &lt;2% area overhead; no project synthesis was performed</a:t>
            </a:r>
          </a:p>
        </p:txBody>
      </p:sp>
    </p:spTree>
    <p:extLst>
      <p:ext uri="{BB962C8B-B14F-4D97-AF65-F5344CB8AC3E}">
        <p14:creationId xmlns:p14="http://schemas.microsoft.com/office/powerpoint/2010/main" val="17303906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2348F-80AF-4CF4-A0A6-8C782B0C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37C5A-B2F9-41D9-8B65-7A869AC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FB23A-AA22-487C-B299-5F0509F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FAULT-AWARE ROUTING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AD34E-3FC8-4A59-8519-30203F7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DeFT separates permanent faults from runtime route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4A2E8-8350-4C4C-89CB-8EB5F887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3BC36-21C9-4B0A-B1F3-59BB992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C2EDB-56CD-4340-A0CA-8AD20E8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31C6-6F31-4944-A2C5-7FCBC499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225CA-43C5-4374-8AD7-4F1099D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Startup fault 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E84F7-9F03-4AB7-B938-F49C39F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Applies a physical VL mask such as 0x0011 before packet routing.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7CD51-5A32-43C5-BFE9-56058EEB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5AC67-A6C3-4FFA-93B9-06ABF7F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2C2DB-71E2-4B7E-838B-E4F171F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7A1A6-DAFF-4A60-BFE9-4075458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917C2-A24B-48EA-8521-BA57CD0C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Schema-v1 LUT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BD4EE-947C-4BDC-86D1-15DF5F5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145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Keyed by fault mask, source chiplet, source router, and destination chiplet.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AF812-A6BE-4DEA-A9A7-B51BA590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645AE-2BBE-4A1A-BDA9-7D5CD39B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15A7E-074F-496A-8058-0CB7092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21CFE-CDDF-42E3-A741-4879244E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43A9C-1971-4B03-9299-67EE08F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Selected VL 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9148E-C9B9-4828-AC7E-8284DF31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145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Chooses source exit and destination entry while avoiding marked faulty VLs.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1D1F1-C710-4BEB-B1CC-D794BD5E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Example lookup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7BEA0-451A-4AAD-B08C-3A5C421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45212-0151-46E0-9863-741AFE5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fault mask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AE1E-5479-48E7-9D2F-D8E5CE98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0FF6C5-D1FD-41D6-A1DB-05FF246D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576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36753-6BB4-46B5-A4EF-A2CA003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destination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9A3A6F-973E-427A-B78E-FF3AAD0B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576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5270B-BEFD-4422-89D3-8E1C406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exit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4A2E7-62B1-4838-BEAF-628A4EB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7D587-C0BD-4CB1-97CD-82A1B2AF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dest entry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D762EE-1948-4717-A343-20F19C9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CB74B-2AF8-4DAE-9DE4-6270320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FE80D8-B684-459D-B100-BC1BC647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DCC02A-A163-43EF-86FC-BF56F9C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9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0 / router 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D7CCD1-EA6C-438C-8F42-121B79E2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338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131FAD-DAF6-4EFD-9D03-7CD61A46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chiplet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8B21B7-C60D-4A52-9DD9-53D2DD91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338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BD5085-2149-4F92-9C7D-B38BD58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functional VL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9FB41-5C31-48DB-991E-6CE4FAC5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9918A3-3152-47AE-871D-3D8F213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96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functional VL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C6B059-FF67-4060-8972-A2943B0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338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5DD09F-E45F-46CA-AD58-874809A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F7B6ED-0924-471E-B779-21EA9B9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054D86-C8B1-4308-B9D1-4F0D718A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244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Fail-closed behavior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D65CA7-0E5A-4BE4-875F-2D8CCF3D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67350"/>
            <a:ext cx="243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Missing LUT entries or nonfunctional selected VLs return no legal output rather than silently inventing a path.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BD6BE4-72B6-43CB-A604-B8E636C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A0221A-52D7-47DC-BC7B-2FD71DC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CMP720 Final Project Presentation | DeFT 2.5D Noxim Extension</a:t>
            </a:r>
          </a:p>
        </p:txBody>
      </p:sp>
    </p:spTree>
    <p:extLst>
      <p:ext uri="{BB962C8B-B14F-4D97-AF65-F5344CB8AC3E}">
        <p14:creationId xmlns:p14="http://schemas.microsoft.com/office/powerpoint/2010/main" val="2218833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AC69E-5D0B-4944-B5D3-1E8C076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CC8A-64B1-496A-AA4A-CF98DD5C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94561-CEDF-4D77-85BD-48F80010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AC27E-B74D-40FD-AE77-47528BF7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The deck can point to concrete code surfaces without showing raw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28CFE-8242-4B92-8111-CEC8C107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F97BF-5347-4470-B14F-205321FA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D024F-778B-4D5E-9897-1686D407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079F-5165-4056-8355-8DEE47E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7810C-63F5-49EA-A85C-CC0FE4D8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95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89101-5431-445F-8109-3FDEA8C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0DBC4-4811-4401-98E0-8EAD2C93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954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Where it appears in the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FDC45-93A2-440C-B2F5-B58F13E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9E530-4E8A-407B-828E-6627654E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E04D3-7D86-4E64-9794-93D58E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Topology + VL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F289-60D5-4192-A704-8897BCE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9552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128-router DEFT_2_5D mapping and 16 physical VL inventory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21CE2-BC3C-4CBF-9083-F5696E13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FC69B-6B15-4BFF-92B3-CA93002D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955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DeftTopology.* and NoC 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8E76E-146E-4BF0-9391-2F5F805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64718-8CB1-49A7-8E7F-3CBEEEE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ED789-C24F-41F1-BADD-9DA73B6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Fault injection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38E5B-F829-4300-9475-6C989D3C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55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Startup permanent physical VL masks are validated before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CAB87-54A4-40B9-966C-513CCBC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C1EF8-FBC5-4389-9583-EE54DF72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955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DeftFaultInjectionManager.*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DDD1F-5962-4111-BBE9-0568ED7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BC752-B273-4DB5-841F-10B85974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F9111-09CA-4884-B008-E826C823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Virtual networks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6EE04-A6DE-484B-8290-B0EB8954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VN.0/VN.1 assignment and illegal transition filtering are enforced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20278-6BED-4A30-9D78-A7A8FF8D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DC14A-35F6-4B4C-B36E-CCCD0A4F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DeftVirtualNetwork.* and Router 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5B562-60B4-4C22-8BD3-EB367AB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25919-0431-4F9D-B690-EFEF01E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F14C3-B49E-404D-8005-EACFB35F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 route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DCEEC-DACC-4405-92E0-A5BBC47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956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Runtime schema-v1 LUT selects source exit and destination entry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7DBBDF-4A94-4C0B-AC3F-B6CA55B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9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7B2B35-8571-42E8-A173-16D69D3C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9567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DeftVerticalLinkLut.* and Routing_DEFT.*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2A119F-2C35-40C0-94C6-792CE0C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DD03D-C9E5-4537-B80B-521B1917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87AD4-04BC-48EB-B042-287885A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Experiment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2DD35-07AB-4ED6-A827-F82F417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JSON metrics, runner manifests, and blank-aware analysis are reproducible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6D72F6-15D2-4E73-81D9-7D6E8F37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782F6E-3CC4-4493-91C4-8C991CBB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95725"/>
            <a:ext cx="3371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GlobalStats.* and experiment helpers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415527-D11E-4CA6-8E4E-4AADC945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4DD35-B870-4D4B-B6F9-E694FD71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8EC046-BA31-4233-B389-178AE1F0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62475"/>
            <a:ext cx="7429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Presenter note: show this as implementation proof; do not spend time reading code in class.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95A326-04B0-4158-89F3-FBDFE86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83DED-BBE4-4313-83CF-EC3D9092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29225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artifact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DD5D2E-3D24-4814-9DC1-F8BB237A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292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864FBF-6398-4957-8406-ADCEF063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435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DAA497-58A5-4C3F-A9BD-C45347CA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292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 boundary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2102DA-B06F-4CDC-BCA6-5CBE6C3E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97D92F-6809-4FD8-B792-7CE7461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0545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82AF41-BB73-47D3-B230-43F890E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91175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Final sweep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43F284-7F2B-4DEF-9E55-45D7C45B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9117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150/150 completed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15CBE6-6EEE-4E1B-AACA-FC76A81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5054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E83129-887E-45D5-8F42-955CA1B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117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descriptive finite-window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863D43-86D3-4396-8877-A8D9B86C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B359BA-9164-44C4-B721-A71784F5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674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7B41C9-CC78-4DE8-BF5C-06F4AC5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53125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Analysis cross-check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C50920-A45B-4679-BCEC-11E017A4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531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 mismatches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83C45B-B253-4339-9A5D-1D441507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8674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02A55D-B2EB-4D0D-ACD3-2A961A6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531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tables match raw artifacts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A4F245-A99F-4194-BB9E-8AC2075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674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AA1B16-A01C-458E-B7C7-6EB21846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1A70D4-3709-4A66-AFED-00A76F61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CMP720 Final Project Presentation | DeFT 2.5D Noxim Extension</a:t>
            </a:r>
          </a:p>
        </p:txBody>
      </p:sp>
    </p:spTree>
    <p:extLst>
      <p:ext uri="{BB962C8B-B14F-4D97-AF65-F5344CB8AC3E}">
        <p14:creationId xmlns:p14="http://schemas.microsoft.com/office/powerpoint/2010/main" val="3900206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9CB5D-8918-42C3-9D89-28BC4D81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E8219-5BFA-47BB-AF2C-CFA3C348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FBE2-D943-45ED-B7DF-D42B85B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REPORT TABLE 4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F56D5-3B08-4C22-9550-BD8350D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Condition-level metrics show real measurements and blank-aware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75439-D907-4C33-9408-FC9D0342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4B7D2-0407-4483-A1FF-2D810C40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F55E9-A94C-44B1-8515-B003CE38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71855-350E-4912-8EAE-DED856F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C0C2B-466F-4D84-BCF2-239C9925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1BED-9C20-487A-BCA3-8650496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completed 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9889-832D-440E-B059-D7E5A4F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2 routings x 3 traffic x 5 masks x 5 seeds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41DA5-6098-44DF-980C-7F6D895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D5A3F-3EAD-45E9-AD59-A36D492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F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7B626-8C07-477C-B650-FF5F6077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21980-7029-4401-9D35-7AEAB329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condition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A7C38-DA3C-4A9B-9663-725C91F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routing / traffic / mask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AE662-33D1-47F8-AB86-78AB488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5181F-9A71-42F3-9ABF-EF10845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42A2C-D083-4AF5-B793-AD32721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54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C0D12-5492-40F2-9D94-6D7D14D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zero-injection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5D9AB-BBF6-4E31-90B4-7240BA4E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completed runs with no measured injection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F9EB4-2501-4622-9843-6BE177E2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133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66E18D-5EF3-43C5-BB85-57C3DF16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133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556CF-B297-4E6B-96F5-CE557036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38535-FE27-4E2F-B73D-FA737689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raw mismatches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47A27-4700-4EEA-9B91-2651C75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analysis cross-check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C316D-C186-4062-89C8-61A83F4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Condition-cell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7BB70-00EC-4F4E-8BF7-ED5F457F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7B826-F66C-4259-B9AA-BA17006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52900"/>
            <a:ext cx="1857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C9BA3-3362-4BFB-AB00-F98DB0F7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5290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E2465-6693-4CEA-AC84-94FDAE3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 complete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15507-582D-4EC0-98A7-95603D88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862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13 partial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B096B-0527-47FD-A92A-645B8522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862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empty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9654A-5669-4087-9F21-948EC4A7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5038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63B42-F293-4664-AA82-ACF4693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52812-94FF-4076-9738-633AC75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623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239FC-B5CB-4FC8-B5D6-579A15EF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154F04-1267-49F4-BAD2-7236B368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623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Inj.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C59686-BAF6-4DFC-B864-057B220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A3AF03-8F3D-4A4F-9EDC-E3A7AB3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623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Recv.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487FF9-05BB-458F-AC03-467C4A0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9BD8E-5FAB-4F86-8A1F-1123E32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466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Reach.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D88521-043E-4B93-A927-EDD532B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B5D349-7002-4E42-81C3-6B54647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623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F3F441-DF85-4A1E-9D5B-64E345F1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B2CEC-41B8-4DDB-BDDF-1C81403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6237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2CE771-33C7-4040-ABD5-2DB60E62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676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41A06B-2E73-4436-9CE8-D81868F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5038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B9A6D3-42BE-4727-AC1E-65F530A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862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 / local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C18AB3-AE85-4A49-9AB1-AE5BFBC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862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47AB8B-2AF1-409E-8E17-300C100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94F5DE-57AD-4010-91ED-2C019EB2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622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289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3F6B94-21A1-4939-BC28-6A4E3CD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F0FCA-EEFC-4C19-A073-D970955E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862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166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A397FD-88F7-4CC1-98A6-FD147F6A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23B699-F4D5-4BBD-8A3E-72EECDE1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86225"/>
            <a:ext cx="466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0.574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F32AD0-38BD-4AFA-945D-9DAB790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B6F370-A7C8-4781-8566-0A3B0A0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0862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23.38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947135-CABA-4140-9018-6347148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04D4EA-01E2-4261-98BB-BE28B69D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0862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5A89D5-9CF4-4839-9FBC-D0EA7A8F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00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91E3EF-2D5F-44F8-B4D5-AAC9A479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5038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64D7AC-FDFC-4AFE-88D0-91F3CD00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00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 / uniform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CFBABE-EF52-41D0-BD7E-AE56E7C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100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C9BC2B-CA0D-4C1B-9C25-ED7FD980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D98113-E862-4609-8A77-039F873C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00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137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438A8D-93E0-4530-A195-0E63AEC5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DCF186-D337-48A7-91DE-1ED8F42A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100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A234CC-4DB6-444E-A0DE-352D667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4A47358-B7E7-4B31-B0E2-94FC09EA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10075"/>
            <a:ext cx="466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0.613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314AEA-40B2-4789-81A8-2F0FEFF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33AC38-FFAF-4BF8-9694-A3E505C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4100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23.96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6C33D8-FC67-4FC9-AE22-B56C854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5424E6-A006-497E-B96B-388355F0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41007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4BB5B6-9423-4A93-AD66-334822D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243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7AF215-25CF-4384-B6E1-17C5728D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48200"/>
            <a:ext cx="5038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034D4D-21C6-4106-A5A8-9C947400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339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DEFT / hotspot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C6391E-234C-4EB6-AB7A-C456F8A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339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0x0011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41791C-DE87-4E45-A16D-312A1D1C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0F4608-4B8B-4E3D-8B4C-AF97446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FDD633-B2DB-4152-A59A-B6CDCC0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6D528E-C931-4AF9-9A70-E56B7DA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339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B4BCEF-8DEE-4D31-87F0-C883B5D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D32050-2765-4351-AD14-1011AC0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33925"/>
            <a:ext cx="466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0.632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72D5CF-3A7F-4BB7-B701-81254C6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FED065-2A48-434D-951E-416F3A0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7339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40.36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A96752-09C4-491B-9F0F-D21828E3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B5250E-50A2-425E-AC65-DCD3094B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7339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EEF36C-AF49-43D9-BEC3-507C70A4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6482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620306-2811-46E8-84DF-EF6578D8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72050"/>
            <a:ext cx="5038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72F720-A4F8-41D1-8054-2E1C3E9D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577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XY / local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8ED7A0B-3CB6-4008-903E-CBAB4EE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577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BD403F-12F0-4C3F-9B22-18D5816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A928FF-D02B-4C64-89BC-F3CA305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C941351-6B2E-4EA1-8591-2516E07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E26452-BA24-4DA5-8EA3-0E623929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577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A6A1C1-B4D8-42FB-AC82-A2C50CB7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1E776D-CE6E-44EB-9DA3-45CC7A4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57775"/>
            <a:ext cx="466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EBFD260-56FB-4709-ADFC-B834C18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844B15-F177-4697-8858-F307AF1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577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blank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1D9C59-5FB0-4D4A-9CC4-9F281C41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37AD9B-7C86-48FA-AC6C-F1545817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05777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A32C087-2AB4-4C25-A881-A328B691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9720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65892F-EA40-4185-B9EB-A835F51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F02964-E829-434B-817C-5F75647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3402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Interpretation: concrete results exist; ranking and improvement claims are still blocked.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0749F3-D027-4B6C-978E-7F0AD45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2CF00E7-B368-4CF5-939E-A25BDD0F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Condensed from final report Table 4: Condition-Level Descriptive Metrics</a:t>
            </a:r>
          </a:p>
        </p:txBody>
      </p:sp>
    </p:spTree>
    <p:extLst>
      <p:ext uri="{BB962C8B-B14F-4D97-AF65-F5344CB8AC3E}">
        <p14:creationId xmlns:p14="http://schemas.microsoft.com/office/powerpoint/2010/main" val="69980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B102E-6B7E-43C4-B48B-82BFAF29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45624-E55B-4AC9-A074-CC68ED4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8D669-E708-4F50-8506-1ACAF74B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REPORT TABLE 5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0620-0AC1-4A5D-9A47-0F5A34F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Pairwise readiness explains why the results are not a ranking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B0E9D-4759-4151-8D60-B9BB556D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930BF-4D99-4010-9E82-4256E5C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28805-91BD-4B83-B4A9-D8ACFBE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26D2-5247-4C64-A3BB-96C2811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64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Traffic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A8E24-DC55-4E11-89D5-E442E23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764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148F0-DFC6-4543-90CE-2CB1905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573C0-2122-4F44-9EF8-0D30787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764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64672-38C9-476B-88A4-3083613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3CE1C-7C16-41C5-B240-D71C8F7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764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5BB97-0DE1-4186-8CBF-E5711CB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A7389-77C8-4A78-B078-13AEF46B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764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141E5-C2A8-4351-86D1-A1F0F23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58EDA-7B78-4FDB-81E0-E6F42F13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DB0CF-2458-49D8-B664-377E22A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hotspot_3x10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66BD7-0213-4E82-84FE-C9E98837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02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42EB2-3D87-419D-B8F4-2C40B340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145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D4AD5-AB18-46A7-AFFA-B093357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002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5E0F8-6015-4051-A204-831B2F82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DC5CE-BD1C-4829-824A-DE96104A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02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7A92B-1CD8-4377-9A2C-3DC0352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7C5DE-2506-4085-880B-B5D7C47C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02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FAA47-5953-444B-A6E5-6B984DD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1B84E-AC84-4D64-BE68-48F31AC9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5BCCF-035A-43C7-9C5C-E81B3D8B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hotspot_3x10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721DE-A641-4600-84BA-72B55CF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241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00144-8B4E-44C2-AF94-2AE2AD7B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38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DA00E-A1D8-401C-BDF6-62D47C1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24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6121D-6681-4875-97CF-EE83EDBE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18FB2-6E28-4FD0-88A1-2B86A00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16FBB-0BFA-4BEB-9758-1E35D723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1DFC0-5E33-4E8B-815B-E2B33FF8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241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2F1F85-4C07-42DB-B63A-84013DBF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B08BA-2C27-42BA-B4AE-E015CB0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200FCE-A3A9-480C-B35C-8906CBBC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hotspot_3x10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658F1-31BF-4E9A-8E35-72AA8DF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479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FC6219-873F-40FC-B1DE-FA900F98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BB0D59-350C-49E1-B2F2-5DCA1E74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479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DC2541-0A16-4D5D-A8F2-393791E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2C6BB6-A602-49EB-81E2-0923C36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DA9920-AF55-4C56-BE3F-9432F69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7F9D51-2416-4D2B-BC78-57203F0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479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F87E69-AB8F-4242-94B7-97C1A7F1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2177A2-665A-4B5F-84D2-DADD98E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209F76-C107-440E-ABA4-B8D0899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hotspot_3x10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7A2691-BE2A-4F87-90C3-581886E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718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0x0111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DCF385-C12C-46BB-ACC7-721FC1B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861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449EFE-CBA7-45C5-8399-20546B46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718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FA4C32-5893-4CC7-8379-BB7BC45A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861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CCFCEC-C628-4734-B02D-AB923F7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9029C2-D885-4504-A40B-481D7E5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8E2539-5BDD-4CA3-B7CE-E924D6B9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18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45C15E-33D9-4805-A852-3B9FBDD4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2677DB-F7B2-4673-8184-0CEC3544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DEC8BF-1579-4726-BB0C-93A945FC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hotspot_3x10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625EF3-36B5-413E-8CDE-41999E4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956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0x1111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C86A54-4176-4451-8064-0378224C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AD4684-40A5-468A-AF5A-A92CB47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956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D7194E-8883-4A6B-9E00-FA57BF8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D6A354-722C-4A0E-A756-77E9653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956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B45B79-B0B6-4FF3-9592-8CDC64DE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92C389-0CB9-40A9-8C64-FCE79DE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956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48DFB7-8626-4BB7-BC2F-B96D423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50F8E1-7A69-45F4-BB02-C335F96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B1989B-52C6-4B2C-9411-464B4949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localized_40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5DCE93-3B55-4543-AD7B-406D36C1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95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all masks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CCB9C7-332D-4164-A7A8-3AE0C9C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338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7EBFF0-555E-40DB-BB9F-ED91A62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195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94D964-F0FC-4DCD-9397-99CF30F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38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D8217A-DB67-42D8-91A9-D2948A17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9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97A8BC-3D7E-4F4D-B4A5-175DD60D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71E4F4-37F4-4C4B-B4A3-517404E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95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latency-blank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76D649-E737-4739-9D70-5012DAB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BA1F6C-74E3-4079-8991-26416CDF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716C0F-25B0-4F64-A4FF-1222E5F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uniform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129FCB-5EDD-40A4-964D-3F172CE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43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0x0000-0x0111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A3F47A-E778-4DF7-A04D-4851E925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6C33B3-A0B1-4E12-99EC-E5EB886D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433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55143A-DAB9-4202-B2FD-CF1A47E9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57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88B2F9-F897-4A51-9A83-9070D831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3061A1-5535-4E2D-8EF6-32DC0918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57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4E1885-3643-457A-8567-791F37E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433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latency-blank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F63C7DC-4D14-4033-9E7F-BA52AF3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70AF92D-02BC-4474-9DC8-2BA48EB0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10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599001-D4C9-4030-8491-0DAF1FF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uniform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F65A40-EB16-4F54-AC96-8E69D27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6722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0x1111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9450EC-7D77-4903-BE2C-E6755EB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81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085A61-B3D5-4684-AAFB-870F7688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672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89512D-64BB-4106-A554-80AEF2D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81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A0106B-7870-45FA-97A0-CE3BF45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672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D8EB7FE-71DB-4FCE-800F-DC97144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81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7C03C3-045A-4F33-A532-B199ADF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672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latency-blank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C68E4EE-DF9D-44E9-B3BA-875D4E8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0CA98DB-98AD-40D4-AEC8-85514B6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7E1CF7-B7DA-420D-8DFF-798F4CE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34B1993-15CA-4F07-8A84-02C94AE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 / P / 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7921ED-C00A-41E2-A3CC-57E93C8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2514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 = complete injection cell. P = partial injection cell. E = empty injection cell.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BFBBD-A500-48A2-9E6B-C6A6769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C4FE3B-9871-41EE-92A8-332C7A9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3243B6E-1C4F-4E84-B112-EFEE98CA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XY-empty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FF705DE-D597-4FE7-962C-711B80C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62600"/>
            <a:ext cx="2514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The XY side injected zero packets in the measured cell, so it cannot be compared.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635A198-84BE-4F90-9EB7-A168629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B4B8AE-08A3-4C6C-B41C-52FBD36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EADC54-FAC0-410C-997B-6F68E9C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197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latency-blank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FA6FA5-6EF2-440D-8F10-EE7D44D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62600"/>
            <a:ext cx="2514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Both modes may inject, but one side has no received packets, so latency ranking is blocked.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79FB1C-9E6B-4146-9619-C55319D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EF212A-4192-495E-B6B2-D30866E4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Condensed from final report Table 5: XY/DEFT Pairwise Readiness</a:t>
            </a:r>
          </a:p>
        </p:txBody>
      </p:sp>
    </p:spTree>
    <p:extLst>
      <p:ext uri="{BB962C8B-B14F-4D97-AF65-F5344CB8AC3E}">
        <p14:creationId xmlns:p14="http://schemas.microsoft.com/office/powerpoint/2010/main" val="10261010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DD85E-C895-4410-9533-A935958D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64E6-F8C4-4EBD-B67A-7E5797AD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12F71-ADF9-44B0-B7B3-F9020CAC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LIMITATIONS AND TRADE-OFFS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293B6-F60F-4006-ACE3-48C2AD9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Current blockers are explicit, not hidden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36527-124B-4352-A033-4B0693ED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56DC-CE70-4C25-9FDF-F3063CF6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333F1-38D3-457B-A868-E3BFEF7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1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E8410-678D-4E57-832A-4E3B370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684ED-7D42-4314-B9ED-F5EBB908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95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C3AC9-C15C-4B41-8FEF-5024474D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E5C20-3BF9-4284-832D-F53A162B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95475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D2280-2D2A-4E20-8936-0E43EC2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CEA1E-CB41-4510-BF74-9BC47A1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BCCB-58CD-46A4-9B83-D82C05E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Blocked: PARSEC/GEM5 traces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6FB7B-DD3B-4621-BC37-102FBEB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9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No GEM5/PARSEC setup, traces, schema, or provenance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3F45A-F54A-4C6A-8FB7-820B5420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24C94-18A7-4476-832F-86B2DE3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9825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Cannot claim real-application workload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50AF0-D1CC-4728-94B3-A87EEB7D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9937F-86A8-4ED4-A9A5-CC54F18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F843C-2519-4A4E-93BB-115F766A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Blocked: directional VL faults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886B-448F-4E77-93D9-7AC9C6A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24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Current fault model is physical bidirectional VL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C03A5-41A7-49E6-9BE8-09610D5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93BEE-1207-443F-81D3-DCB5845D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24175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Paper-aligned single-direction fault cases need new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145FB-00E6-4202-8EB2-9CF326CA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A2E2C-0A53-42E6-9F11-FC083A4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B6BA3-B8F4-4F3B-928A-75A41DAE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Blocked: eventual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2AB90-247D-40AD-98DC-5061BB26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38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Drain mode exists only as opt-in smoke-validated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E17FE-589F-478C-8529-4B0048AD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3DB41-AAA5-450F-9AA2-E4A1E384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38525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Needs a separate experiment before report claims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3D76F-C0D3-422C-B28A-622DD1AE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D6F11-D490-4012-9B04-2274DEA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1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ACCC4-D483-46C1-9459-1C7DFCCC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2419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Comparison baseline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2EAF3-69BC-4B97-813B-0A132EF1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52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Standard XY is limited; IA-XY exists but limited results are exploratory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E0F48A-578C-431C-B349-3606436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48BF68-5B0E-432F-875C-B68ADD7F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52875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9231F"/>
                </a:solidFill>
                <a:latin typeface="Aptos"/>
                <a:ea typeface="Aptos"/>
                <a:cs typeface="Aptos"/>
              </a:rPr>
              <a:t>No ranking or latency-improvement claims yet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9EC8D-F8C4-40C2-B1BE-12A5D56D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DABBA3-0981-4013-9132-40CDFB3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A7F14F-3F66-47B0-B4D1-D41581B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F5E37D-CB04-4E29-96C0-FF28BB89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Embedded-system trade-off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9A689B-385D-4F13-9207-B0FAEB6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413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DeFT buys reliability through extra VC resources, VN transition logic, and LUT storage. The project keeps this bounded to two VCs and documents the overhead as literature-based.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80E594-B52D-480F-9CAE-59458924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386357-2C93-4D45-8F38-4C1602E7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C3143A-B874-4350-A963-B456210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5780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Scalability trade-off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7A13BB-5BF7-41C6-A90F-6E0F2586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00700"/>
            <a:ext cx="413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More chiplets and fault states increase LUT generation and validation burden, so future work must version artifacts and avoid ad hoc trace imports.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50394C-CCA2-4F93-82CB-E9E1CFC0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57C17E-0DEC-4984-B4CC-44D87EA1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CMP720 Final Project Presentation | DeFT 2.5D Noxim Extension</a:t>
            </a:r>
          </a:p>
        </p:txBody>
      </p:sp>
    </p:spTree>
    <p:extLst>
      <p:ext uri="{BB962C8B-B14F-4D97-AF65-F5344CB8AC3E}">
        <p14:creationId xmlns:p14="http://schemas.microsoft.com/office/powerpoint/2010/main" val="18455492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9A639-3988-4E36-9473-ED0D39C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C852C-327D-481D-BC63-E475B78A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5B601-8802-4DD7-B039-FC7676F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CONCLUSION AND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884A2-237F-4C77-9175-61676DC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231F"/>
                </a:solidFill>
                <a:latin typeface="Aptos Display"/>
                <a:ea typeface="Aptos Display"/>
                <a:cs typeface="Aptos Display"/>
              </a:rPr>
              <a:t>The final message: implemented, validated, and honest about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981D3-24E1-4DC9-8E11-5C89BE44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501D8-84E4-49CE-9AF6-8A78D9C8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F1525-2530-4258-887E-8DC5C67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E50D5-22A3-4FE7-9E3E-6C547E5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04A58-2FDB-45C2-B1C6-0A75906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87449-E9E5-4808-8A6F-F8C0E87C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8003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A working DeFT-oriented Noxim extension exists with topology, routing, fault, VN, LUT, traffic, metric, runner, and analysis support. The final synthetic sweep completed and the final report package is 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E3973-1819-49C3-9FBE-AA0BC40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BEC3E-E124-493C-8BB8-5438E78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BAC0-E05F-4B22-8E51-79538F30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Before final report submission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26736-3741-48B1-9E27-3AFB12E9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8003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Do not rewrite the report tonight. After the presentation, update only if feedback or new validated artifacts justify it. Keep all unsupported claims 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0EBBB-CE9C-41F1-9EF0-B236DFCD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7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FB561-E303-4987-8326-A8441E2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FF306-A583-4E0E-9619-1AAABB6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E4443-6159-42E7-8F73-CC01819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8003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Versioned PARSEC/GEM5 trace schema, tiny trace fixtures, directional fault model, drain-based eventual-delivery experiments, stronger IA-XY baseline comparison, and RL-based VL selection.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6B710-3A3B-4E10-8AD1-FB5424F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9231F"/>
                </a:solidFill>
                <a:latin typeface="Aptos"/>
                <a:ea typeface="Aptos"/>
                <a:cs typeface="Aptos"/>
              </a:rPr>
              <a:t>Recommended answer if asked about final report: I would update it after feedback, but I would not strengthen results unless the new validation artifacts support the stronger wording.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CEAF4-1767-4EB9-919C-45DD8AC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5EE42-EF08-43CC-8521-7E14927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16B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876585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2026-05-12T21:00:16.1290000Z</dcterms:created>
  <dcterms:modified xsi:type="dcterms:W3CDTF">2026-05-12T21:00:16.1290000Z</dcterms:modified>
</coreProperties>
</file>